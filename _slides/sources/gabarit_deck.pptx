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256" r:id="rId2"/>
    <p:sldId id="541" r:id="rId3"/>
    <p:sldId id="562" r:id="rId16"/>
    <p:sldId id="56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6E1BBCD-E1D0-539C-A52A-7C6765FC8FEC}">
          <p14:sldIdLst>
            <p14:sldId id="256"/>
            <p14:sldId id="597"/>
          </p14:sldIdLst>
        </p14:section>
        <p14:section name="1. De C# à Java" id="{682549D5-115F-59A8-994E-ED77B52B65D7}">
          <p14:sldIdLst>
            <p14:sldId id="541"/>
            <p14:sldId id="488"/>
            <p14:sldId id="526"/>
            <p14:sldId id="527"/>
            <p14:sldId id="528"/>
            <p14:sldId id="529"/>
            <p14:sldId id="530"/>
            <p14:sldId id="555"/>
            <p14:sldId id="559"/>
            <p14:sldId id="543"/>
          </p14:sldIdLst>
        </p14:section>
        <p14:section name="2. Classe et objet" id="{8B10FD78-387A-5972-851F-341415047E18}">
          <p14:sldIdLst>
            <p14:sldId id="545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</p14:sldIdLst>
        </p14:section>
        <p14:section name="3. Encapsulation" id="{BC4D8736-D173-5880-80F8-2D9AA29EC749}">
          <p14:sldIdLst>
            <p14:sldId id="568"/>
            <p14:sldId id="569"/>
            <p14:sldId id="570"/>
            <p14:sldId id="571"/>
            <p14:sldId id="572"/>
            <p14:sldId id="573"/>
            <p14:sldId id="574"/>
          </p14:sldIdLst>
        </p14:section>
        <p14:section name="4. Membres de classe (static)" id="{B8A8A407-CD7A-5849-B107-C0CC55C4F63B}">
          <p14:sldIdLst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</p14:sldIdLst>
        </p14:section>
        <p14:section name="5. Saisie clavier et Javadoc" id="{375490DD-AFD8-5FE8-ADCC-DB6FB104C130}">
          <p14:sldIdLst>
            <p14:sldId id="482"/>
            <p14:sldId id="483"/>
            <p14:sldId id="484"/>
            <p14:sldId id="544"/>
            <p14:sldId id="486"/>
            <p14:sldId id="588"/>
            <p14:sldId id="589"/>
          </p14:sldIdLst>
        </p14:section>
        <p14:section name="6. Primitifs et références" id="{A4118CE9-C283-5C69-BD62-FED7607FEE43}">
          <p14:sldIdLst>
            <p14:sldId id="497"/>
            <p14:sldId id="498"/>
            <p14:sldId id="590"/>
            <p14:sldId id="591"/>
            <p14:sldId id="592"/>
          </p14:sldIdLst>
        </p14:section>
        <p14:section name="7. Les wrappers" id="{8E908A4B-411D-50FF-A94E-6D3E87996A5D}">
          <p14:sldIdLst>
            <p14:sldId id="487"/>
            <p14:sldId id="499"/>
            <p14:sldId id="593"/>
            <p14:sldId id="594"/>
            <p14:sldId id="595"/>
            <p14:sldId id="5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D1F22"/>
    <a:srgbClr val="38FF4F"/>
    <a:srgbClr val="FFDF8B"/>
    <a:srgbClr val="802C31"/>
    <a:srgbClr val="AE6B68"/>
    <a:srgbClr val="9A5239"/>
    <a:srgbClr val="6DC3FB"/>
    <a:srgbClr val="0675AE"/>
    <a:srgbClr val="286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7"/>
    <p:restoredTop sz="96301"/>
  </p:normalViewPr>
  <p:slideViewPr>
    <p:cSldViewPr snapToGrid="0">
      <p:cViewPr>
        <p:scale>
          <a:sx n="97" d="100"/>
          <a:sy n="97" d="100"/>
        </p:scale>
        <p:origin x="234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16" Type="http://schemas.openxmlformats.org/officeDocument/2006/relationships/slide" Target="slides/slide16.xml"/><Relationship Id="rId21" Type="http://schemas.openxmlformats.org/officeDocument/2006/relationships/slide" Target="slides/slide21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EF95896-A5CA-E0F9-6478-20C4C67B6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65C7378-3DCF-38D5-275F-80FB217DC7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26FB5-9412-C54B-AA2C-289AC0CE5DB6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7A2A70-0FFB-D89E-7D51-BFA1FA869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8B06B3-0B47-FD16-2A18-E70D0ABE4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F1A8C-C0E1-EC45-8701-F9C9A0343E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011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2026-2027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Module POO</a:t>
            </a:r>
          </a:p>
          <a:p>
            <a:r>
              <a:rPr/>
              <a:t>Classes et objets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fr-FR" sz="8000" dirty="0"/>
              <a:t>JAVA 2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ifférences entre langages de programmation">
            <a:extLst>
              <a:ext uri="{FF2B5EF4-FFF2-40B4-BE49-F238E27FC236}">
                <a16:creationId xmlns:a16="http://schemas.microsoft.com/office/drawing/2014/main" id="{5DB34DF4-A916-2A1B-8BD0-1092955274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4" b="2639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73067B4-4758-7D90-FE25-49374D623451}"/>
              </a:ext>
            </a:extLst>
          </p:cNvPr>
          <p:cNvSpPr txBox="1"/>
          <p:nvPr/>
        </p:nvSpPr>
        <p:spPr>
          <a:xfrm>
            <a:off x="838200" y="947821"/>
            <a:ext cx="7109778" cy="1107996"/>
          </a:xfrm>
          <a:prstGeom prst="rect">
            <a:avLst/>
          </a:prstGeom>
          <a:solidFill>
            <a:srgbClr val="6DC3FB">
              <a:alpha val="76078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1. De C# à Java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74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Démonstration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828800"/>
            <a:ext cx="9235440" cy="3291840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2103120"/>
            <a:ext cx="6217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chemeClr val="accent4"/>
                </a:solidFill>
              </a:rPr>
              <a:t>Démonstration</a:t>
            </a:r>
          </a:p>
          <a:p>
            <a:r>
              <a:rPr sz="3000">
                <a:solidFill>
                  <a:srgbClr val="FFFFFF"/>
                </a:solidFill>
              </a:rPr>
              <a:t>Construire une classe, puis l'encapsuler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BCBEC4"/>
                </a:solidFill>
              </a:rPr>
              <a:t>Déroulé : Demo_POO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  <p:sp>
        <p:nvSpPr>
          <p:cNvPr id="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POO.1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417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Une première classe</a:t>
            </a:r>
          </a:p>
          <a:p>
            <a:r>
              <a:rPr sz="1400">
                <a:solidFill>
                  <a:srgbClr val="BCBEC4"/>
                </a:solidFill>
              </a:rPr>
              <a:t>fascicule POO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G.1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560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Le joueur</a:t>
            </a:r>
          </a:p>
          <a:p>
            <a:r>
              <a:rPr sz="1400">
                <a:solidFill>
                  <a:srgbClr val="BCBEC4"/>
                </a:solidFill>
              </a:rPr>
              <a:t>fil rouge GameHub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G.2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703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La partie</a:t>
            </a:r>
          </a:p>
          <a:p>
            <a:r>
              <a:rPr sz="1400">
                <a:solidFill>
                  <a:srgbClr val="BCBEC4"/>
                </a:solidFill>
              </a:rPr>
              <a:t>fil rouge GameHub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59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Nommer : CC-NOM.1 et CC-NOM.5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82880"/>
            <a:ext cx="1280160" cy="1280160"/>
          </a:xfrm>
          <a:prstGeom prst="rect">
            <a:avLst/>
          </a:prstGeom>
        </p:spPr>
      </p:pic>
      <p:sp>
        <p:nvSpPr>
          <p:cNvPr id="1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  <p:sp>
        <p:nvSpPr>
          <p:cNvPr id="1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114961</TotalTime>
  <Words>8279</Words>
  <Application>Microsoft Macintosh PowerPoint</Application>
  <PresentationFormat>Grand écran</PresentationFormat>
  <Paragraphs>952</Paragraphs>
  <Slides>58</Slides>
  <Notes>58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64" baseType="lpstr">
      <vt:lpstr>Aptos</vt:lpstr>
      <vt:lpstr>Arial</vt:lpstr>
      <vt:lpstr>Calibri</vt:lpstr>
      <vt:lpstr>Consolas</vt:lpstr>
      <vt:lpstr>Corbel</vt:lpstr>
      <vt:lpstr>ThemeEphec2022</vt:lpstr>
      <vt:lpstr>JAVA 2</vt:lpstr>
      <vt:lpstr>Présentation PowerPoint</vt:lpstr>
      <vt:lpstr>Pas de grosses différences niveau langage</vt:lpstr>
      <vt:lpstr>Structuration des classes</vt:lpstr>
      <vt:lpstr>Conventions de nommage différentes</vt:lpstr>
      <vt:lpstr>Lien entre fichier et classe</vt:lpstr>
      <vt:lpstr>Classes du Framework différentes</vt:lpstr>
      <vt:lpstr>Méthode main rend la classe exécutable</vt:lpstr>
      <vt:lpstr>Classe Java et Programme (exécutable) Java</vt:lpstr>
      <vt:lpstr>Du code source au programme</vt:lpstr>
      <vt:lpstr>En résumé…</vt:lpstr>
      <vt:lpstr>Présentation PowerPoint</vt:lpstr>
      <vt:lpstr>Les quatre principes de la POO</vt:lpstr>
      <vt:lpstr>Classe et objet</vt:lpstr>
      <vt:lpstr>Démonstration</vt:lpstr>
      <vt:lpstr>Le constructeur</vt:lpstr>
      <vt:lpstr>Le mot-clé this</vt:lpstr>
      <vt:lpstr>Un champ final</vt:lpstr>
      <vt:lpstr>La méthode toString</vt:lpstr>
      <vt:lpstr>Exercices</vt:lpstr>
      <vt:lpstr>Présentation PowerPoint</vt:lpstr>
      <vt:lpstr>Le problème d'un champ public</vt:lpstr>
      <vt:lpstr>Fermer les champs, ouvrir des accesseurs</vt:lpstr>
      <vt:lpstr>Ce que le détour permet</vt:lpstr>
      <vt:lpstr>Un accesseur n'est pas une obligation</vt:lpstr>
      <vt:lpstr>La donnée qui n'existe pas</vt:lpstr>
      <vt:lpstr>Exercices</vt:lpstr>
      <vt:lpstr>Présentation PowerPoint</vt:lpstr>
      <vt:lpstr>Champs et méthodes de classe</vt:lpstr>
      <vt:lpstr>Champs d’objets</vt:lpstr>
      <vt:lpstr>Champ de classe</vt:lpstr>
      <vt:lpstr>Nommer un champ de classe</vt:lpstr>
      <vt:lpstr>Démonstration</vt:lpstr>
      <vt:lpstr>Un compteur d'instances</vt:lpstr>
      <vt:lpstr>Méthodes de classe</vt:lpstr>
      <vt:lpstr>Une méthode statique n'a pas de this</vt:lpstr>
      <vt:lpstr>Les constantes</vt:lpstr>
      <vt:lpstr>À quoi servent les méthodes de classe</vt:lpstr>
      <vt:lpstr>Les fabriques</vt:lpstr>
      <vt:lpstr>Exercices</vt:lpstr>
      <vt:lpstr>Présentation PowerPoint</vt:lpstr>
      <vt:lpstr>Pour les entrées au clavier, on utilise la classe Scanner…</vt:lpstr>
      <vt:lpstr>La Javadoc</vt:lpstr>
      <vt:lpstr>Les méthodes de Scanner qui nous intéressent</vt:lpstr>
      <vt:lpstr>Les principales méthodes de Scanner</vt:lpstr>
      <vt:lpstr>Un piège : nextInt suivi de nextLine</vt:lpstr>
      <vt:lpstr>Exercices</vt:lpstr>
      <vt:lpstr>Présentation PowerPoint</vt:lpstr>
      <vt:lpstr>Types primitifs vs Objets</vt:lpstr>
      <vt:lpstr>Deux noms, un seul objet</vt:lpstr>
      <vt:lpstr>Exercice</vt:lpstr>
      <vt:lpstr>Ce que vous avez observé</vt:lpstr>
      <vt:lpstr>Présentation PowerPoint</vt:lpstr>
      <vt:lpstr>Types primitifs et Wrappers</vt:lpstr>
      <vt:lpstr>Ce qu'offrent les wrappers</vt:lpstr>
      <vt:lpstr>Séparer le calcul du dialogue</vt:lpstr>
      <vt:lpstr>Exercice</vt:lpstr>
      <vt:lpstr>En résumé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35</cp:revision>
  <dcterms:created xsi:type="dcterms:W3CDTF">2023-01-04T13:50:20Z</dcterms:created>
  <dcterms:modified xsi:type="dcterms:W3CDTF">2026-09-16T19:25:42Z</dcterms:modified>
</cp:coreProperties>
</file>